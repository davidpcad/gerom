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🌶️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Salsas de Lucho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integral de Inteligencia de Negocios para una PYME comercial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02 · Curso de Inteligencia de Negocios · Tecnológico de Costa Rica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2926080" cy="82296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de la organización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0" y="155448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Microempresa de salsas y aderezos artesanales (Cartago, desde 2021).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260604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física · Ferias del agricultor · Mayoreo · En línea.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576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365760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salsas insignia de alta rotación + 7 variedades de especialidad.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7091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facturación + hojas de cálculo, con problemas de calidad.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 y preguntas de negocio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propietario decide por intuición qué produce, qué promociona y a qué canal apuesta. Falta visibilidad de rentabilidad e inventario.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23774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PN1 · ¿Qué productos concentran ventas y margen, y cuáles rotan poco?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136392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36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09067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PN2 · ¿Qué canal es más rentable y cómo evoluciona?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496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80390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PN3 · ¿Cómo es la estacionalidad de la demanda?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62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517136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PN4 · ¿Las promociones ayudan o erosionan el margen?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276088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76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523036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PN5 · (exploratoria) ¿Hay dependencia de pocos clientes mayoristas?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la solución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salsas_op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 entidades)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2743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E"/>
                </a:solidFill>
              </a:rPr>
              <a:t>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29000" y="237744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560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en Python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SQLAlchemy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R1–R10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2743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E"/>
                </a:solidFill>
              </a:rPr>
              <a:t>➜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560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salsas_dw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estrella · 2 hechos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41080" y="2743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E"/>
                </a:solidFill>
              </a:rPr>
              <a:t>➜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006840" y="237744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9006840" y="2560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06840" y="3200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vistas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A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punta a punta: fuente → ETL → modelo → tablero.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 operacional</a:t>
            </a:r>
            <a:endParaRPr lang="en-US" sz="3000" dirty="0"/>
          </a:p>
        </p:txBody>
      </p:sp>
      <p:pic>
        <p:nvPicPr>
          <p:cNvPr id="3" name="Image 0" descr="/sessions/brave-stoic-wright/mnt/gerom/docs/diagramas/modelo_operac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0960" y="1554480"/>
            <a:ext cx="4023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5.177 ventas · 7.571 líneas
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2024–2025
9 entidades relacionadas
</a:t>
            </a:r>
            <a:pPr indent="0" marL="0">
              <a:buNone/>
            </a:pPr>
            <a:r>
              <a:rPr lang="en-US" sz="1400" b="1" dirty="0">
                <a:solidFill>
                  <a:srgbClr val="3A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calidad reales:
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nulos · duplicados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outliers de digitación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FK rotas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textos inconsistentes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dimensional (estrella)</a:t>
            </a:r>
            <a:endParaRPr lang="en-US" sz="3000" dirty="0"/>
          </a:p>
        </p:txBody>
      </p:sp>
      <p:pic>
        <p:nvPicPr>
          <p:cNvPr id="3" name="Image 0" descr="/sessions/brave-stoic-wright/mnt/gerom/docs/diagramas/modelo_dimensi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76656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hechos · 6 dimensiones
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fact_ventas (grano: línea de factura)
fact_inventario (snapshot mensual)
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dim_tiempo y dim_producto conformadas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 subrogadas en todas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 medidas documentadas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 ETL — 10 reglas no triviales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700784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dim_tiempo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69464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69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42316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 subrogadas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38144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homologar catálogos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306824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416052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cliente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5175504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175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502920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RFM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700784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155448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por canal (IQR)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242316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2569464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2569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242316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deduplicación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329184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3438144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329184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y validación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217920" y="416052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4306824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49440" y="416052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17920" y="502920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5175504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5175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49440" y="5029200"/>
            <a:ext cx="4572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y formatos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calidad antes del ETL · bitácoras reproducibles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Tablero analítico — 6 vistas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18288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965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2628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y rotación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8288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1965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y vendedores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94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43400" y="36576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794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26280" y="4572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6720" y="36576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3794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229600" y="4572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geografía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Segmentadores por año, canal y categoría en todas las vistas · Streamlit + Plotly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PN1 · Mix de producto</a:t>
            </a:r>
            <a:endParaRPr lang="en-US" sz="3000" dirty="0"/>
          </a:p>
        </p:txBody>
      </p:sp>
      <p:pic>
        <p:nvPicPr>
          <p:cNvPr id="3" name="Image 0" descr="/sessions/brave-stoic-wright/mnt/gerom/evidencia/capturas/01_pareto_produc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0664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554480"/>
            <a:ext cx="3749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estrella = 81,2% del ingreso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variedades aportan &lt;19%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racionalizar surtido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PN1 · Rotación de inventario</a:t>
            </a:r>
            <a:endParaRPr lang="en-US" sz="3000" dirty="0"/>
          </a:p>
        </p:txBody>
      </p:sp>
      <p:pic>
        <p:nvPicPr>
          <p:cNvPr id="3" name="Image 0" descr="/sessions/brave-stoic-wright/mnt/gerom/evidencia/capturas/06_rot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0664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554480"/>
            <a:ext cx="3749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Estrella ~0,85 vs baja rotación ~0,25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lentos: 230–500 días de inventario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inmovilizado y riesgo de merma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PN2 · Rentabilidad por canal</a:t>
            </a:r>
            <a:endParaRPr lang="en-US" sz="3000" dirty="0"/>
          </a:p>
        </p:txBody>
      </p:sp>
      <p:pic>
        <p:nvPicPr>
          <p:cNvPr id="3" name="Image 0" descr="/sessions/brave-stoic-wright/mnt/gerom/evidencia/capturas/02_ca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0664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554480"/>
            <a:ext cx="3749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Mayoreo = 73,6% del ingreso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mayoreo 61,5% vs ~63% directos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ingresos, sensible a descuentos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PN3 · Estacionalidad</a:t>
            </a:r>
            <a:endParaRPr lang="en-US" sz="3000" dirty="0"/>
          </a:p>
        </p:txBody>
      </p:sp>
      <p:pic>
        <p:nvPicPr>
          <p:cNvPr id="3" name="Image 0" descr="/sessions/brave-stoic-wright/mnt/gerom/evidencia/capturas/03_estacional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0664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554480"/>
            <a:ext cx="3749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en noviembre–diciembre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Repunte a mitad de año; febrero el más bajo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producción de estrella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PN4 · Promociones</a:t>
            </a:r>
            <a:endParaRPr lang="en-US" sz="3000" dirty="0"/>
          </a:p>
        </p:txBody>
      </p:sp>
      <p:pic>
        <p:nvPicPr>
          <p:cNvPr id="3" name="Image 0" descr="/sessions/brave-stoic-wright/mnt/gerom/evidencia/capturas/04_promoc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0664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554480"/>
            <a:ext cx="3749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'Liquidación lenta' margen 52,2%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promo: 64,1%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Revisar/eliminar promociones que destruyen margen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PN5 · Concentración de clientes</a:t>
            </a:r>
            <a:endParaRPr lang="en-US" sz="3000" dirty="0"/>
          </a:p>
        </p:txBody>
      </p:sp>
      <p:pic>
        <p:nvPicPr>
          <p:cNvPr id="3" name="Image 0" descr="/sessions/brave-stoic-wright/mnt/gerom/evidencia/capturas/05_clie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40664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554480"/>
            <a:ext cx="3749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de mayoreo en pocos clientes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dependencia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concentrada en la GAM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Recomendaciones accionables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600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Racionalizar el catálogo: descontinuar/reformular 2–3 variedades lentas.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468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producción por estacionalidad (más estrella antes de nov–dic).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337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promociones: eliminar 'Liquidación lenta' o cambiar por combos.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206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Diversificar la cartera de mayoristas y formalizar contratos clave.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5074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catálogos de canal/producto para mejorar la calidad en origen.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A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Limitaciones, mejoras y evidencia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Datos sintéticos/anonimizados · margen bruto (sin costos indirectos) · RFM simplificado
</a:t>
            </a:r>
            <a:pPr indent="0" marL="0">
              <a:buNone/>
            </a:pPr>
            <a:r>
              <a:rPr lang="en-US" sz="18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SCD tipo 2 en productos/precios · pronóstico de demanda · costos indirectos · alertas de stock
</a:t>
            </a:r>
            <a:pPr indent="0" marL="0">
              <a:buNone/>
            </a:pPr>
            <a:r>
              <a:rPr lang="en-US" sz="18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Scrum (3 sprints) · GitHub con commits significativos de cada integrante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¡Gracias!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2026-06-09T02:59:28Z</dcterms:created>
  <dcterms:modified xsi:type="dcterms:W3CDTF">2026-06-09T02:59:28Z</dcterms:modified>
</cp:coreProperties>
</file>